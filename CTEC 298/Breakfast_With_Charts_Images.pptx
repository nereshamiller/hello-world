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Breakfast for Kids: Business Understanding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Adolescent Food and Drug Board – 2021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Healthy Choices Look Like for Kids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Whole grains for energy (oatmeal, whole-grain cereal, toast)</a:t>
            </a:r>
          </a:p>
          <a:p>
            <a:r>
              <a:t>• Protein for fullness (eggs, yogurt, nut butter)</a:t>
            </a:r>
          </a:p>
          <a:p>
            <a:r>
              <a:t>• Fruits/vegetables for vitamins (berries, bananas, smoothies)</a:t>
            </a:r>
          </a:p>
          <a:p>
            <a:r>
              <a:t>• Healthy fats for brain growth (avocado, nuts)</a:t>
            </a:r>
          </a:p>
          <a:p>
            <a:r>
              <a:t>• Low added sugar and minimal processed foods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Project is answerable using nutrition data and surveys</a:t>
            </a:r>
          </a:p>
          <a:p>
            <a:r>
              <a:t>• Scope fits available resources</a:t>
            </a:r>
          </a:p>
          <a:p>
            <a:r>
              <a:t>• Team has technical expertise in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shape national nutrition guidelines</a:t>
            </a:r>
          </a:p>
          <a:p>
            <a:r>
              <a:t>• Supports future decisions for schools and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Directly supports the Board’s mission</a:t>
            </a:r>
          </a:p>
          <a:p>
            <a:r>
              <a:t>• Addresses childhood nutrition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Protects participant well-being</a:t>
            </a:r>
          </a:p>
          <a:p>
            <a:r>
              <a:t>• Provides nutritional benefits to families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Breakfast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Breakfast is considered crucial for health</a:t>
            </a:r>
          </a:p>
          <a:p>
            <a:r>
              <a:t>• Board is preparing 2021 recommendations</a:t>
            </a:r>
          </a:p>
          <a:p>
            <a:r>
              <a:t>• Role: Provide insights on breakfast healthfulness for youth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Kids should eat healthy breakfasts</a:t>
            </a:r>
          </a:p>
          <a:p>
            <a:r>
              <a:t>• Families need accessible healthy options</a:t>
            </a:r>
          </a:p>
          <a:p>
            <a:r>
              <a:t>• Units of analysis: kids, parents, food companies, schools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what 'healthy' means for kids</a:t>
            </a:r>
          </a:p>
          <a:p>
            <a:r>
              <a:t>• Recommend healthy breakfast options</a:t>
            </a:r>
          </a:p>
          <a:p>
            <a:r>
              <a:t>• Raise awareness among families</a:t>
            </a:r>
          </a:p>
          <a:p>
            <a:r>
              <a:t>• Motivate kids to eat healthier</a:t>
            </a:r>
          </a:p>
          <a:p>
            <a:r>
              <a:t>• Suggest appropriate serving sizes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foods do kids like?</a:t>
            </a:r>
          </a:p>
          <a:p>
            <a:r>
              <a:t>   – Cereal, eggs, toast, waffles, fruit, smoothies</a:t>
            </a:r>
          </a:p>
          <a:p>
            <a:r>
              <a:t>• What does 'healthy' mean?</a:t>
            </a:r>
          </a:p>
          <a:p>
            <a:r>
              <a:t>   – Balanced nutrients, low sugar, energy support</a:t>
            </a:r>
          </a:p>
          <a:p>
            <a:r>
              <a:t>• What does a healthy breakfast cost?</a:t>
            </a:r>
          </a:p>
          <a:p>
            <a:r>
              <a:t>   – Typically $1–$3 per serving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How often do kids eat breakfast?</a:t>
            </a:r>
          </a:p>
          <a:p>
            <a:r>
              <a:t>   – Younger kids daily; teens skip more often</a:t>
            </a:r>
          </a:p>
          <a:p>
            <a:r>
              <a:t>• How does breakfast affect energy levels?</a:t>
            </a:r>
          </a:p>
          <a:p>
            <a:r>
              <a:t>   – Improves focus, concentration, and performance</a:t>
            </a:r>
          </a:p>
          <a:p>
            <a:r>
              <a:t>• Is breakfast the most important meal?</a:t>
            </a:r>
          </a:p>
          <a:p>
            <a:r>
              <a:t>   – For kids, it strongly supports growth and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are simple breakfast meals?</a:t>
            </a:r>
          </a:p>
          <a:p>
            <a:r>
              <a:t>   – Oatmeal, yogurt parfaits, smoothies, toast + fruit</a:t>
            </a:r>
          </a:p>
          <a:p>
            <a:r>
              <a:t>• What home environments do kids come from?</a:t>
            </a:r>
          </a:p>
          <a:p>
            <a:r>
              <a:t>   – Busy, limited food access, varying nutrition knowledge</a:t>
            </a:r>
          </a:p>
          <a:p>
            <a:r>
              <a:t>• When is the best time to eat breakfast?</a:t>
            </a:r>
          </a:p>
          <a:p>
            <a:r>
              <a:t>   – Within 1–2 hours of waking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Breakfast Choices Among Kids</a:t>
            </a:r>
          </a:p>
        </p:txBody>
      </p:sp>
      <p:pic>
        <p:nvPicPr>
          <p:cNvPr id="3" name="Picture 2" descr="breakfast_food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49707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Healthy Breakfast Nutrient Breakdown</a:t>
            </a:r>
          </a:p>
        </p:txBody>
      </p:sp>
      <p:pic>
        <p:nvPicPr>
          <p:cNvPr id="3" name="Picture 2" descr="nutrient_breakdow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33613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